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Stanford AI Index: https://aiindex.stanford.edu/report/</a:t>
            </a:r>
          </a:p>
          <a:p>
            <a:r>
              <a:t>- NIST AI Risk Management Framework: https://www.nist.gov/itl/ai-risk-management-framework</a:t>
            </a:r>
          </a:p>
          <a:p>
            <a:r>
              <a:t>- McKinsey State of AI: https://www.mckinsey.com/capabilities/quantumblack/our-insights/the-state-of-ai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Stanford AI Index: https://aiindex.stanford.edu/report/</a:t>
            </a:r>
          </a:p>
          <a:p>
            <a:r>
              <a:t>- NIST AI Risk Management Framework: https://www.nist.gov/itl/ai-risk-management-framework</a:t>
            </a:r>
          </a:p>
          <a:p>
            <a:r>
              <a:t>- McKinsey State of AI: https://www.mckinsey.com/capabilities/quantumblack/our-insights/the-state-of-ai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Stanford AI Index: https://aiindex.stanford.edu/report/</a:t>
            </a:r>
          </a:p>
          <a:p>
            <a:r>
              <a:t>- NIST AI Risk Management Framework: https://www.nist.gov/itl/ai-risk-management-framework</a:t>
            </a:r>
          </a:p>
          <a:p>
            <a:r>
              <a:t>- McKinsey State of AI: https://www.mckinsey.com/capabilities/quantumblack/our-insights/the-state-of-ai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Stanford AI Index: https://aiindex.stanford.edu/report/</a:t>
            </a:r>
          </a:p>
          <a:p>
            <a:r>
              <a:t>- NIST AI Risk Management Framework: https://www.nist.gov/itl/ai-risk-management-framework</a:t>
            </a:r>
          </a:p>
          <a:p>
            <a:r>
              <a:t>- McKinsey State of AI: https://www.mckinsey.com/capabilities/quantumblack/our-insights/the-state-of-ai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Stanford AI Index: https://aiindex.stanford.edu/report/</a:t>
            </a:r>
          </a:p>
          <a:p>
            <a:r>
              <a:t>- NIST AI Risk Management Framework: https://www.nist.gov/itl/ai-risk-management-framework</a:t>
            </a:r>
          </a:p>
          <a:p>
            <a:r>
              <a:t>- McKinsey State of AI: https://www.mckinsey.com/capabilities/quantumblack/our-insights/the-state-of-ai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Stanford AI Index: https://aiindex.stanford.edu/report/</a:t>
            </a:r>
          </a:p>
          <a:p>
            <a:r>
              <a:t>- NIST AI Risk Management Framework: https://www.nist.gov/itl/ai-risk-management-framework</a:t>
            </a:r>
          </a:p>
          <a:p>
            <a:r>
              <a:t>- McKinsey State of AI: https://www.mckinsey.com/capabilities/quantumblack/our-insights/the-state-of-ai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Stanford AI Index: https://aiindex.stanford.edu/report/</a:t>
            </a:r>
          </a:p>
          <a:p>
            <a:r>
              <a:t>- NIST AI Risk Management Framework: https://www.nist.gov/itl/ai-risk-management-framework</a:t>
            </a:r>
          </a:p>
          <a:p>
            <a:r>
              <a:t>- McKinsey State of AI: https://www.mckinsey.com/capabilities/quantumblack/our-insights/the-state-of-ai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Stanford AI Index: https://aiindex.stanford.edu/report/</a:t>
            </a:r>
          </a:p>
          <a:p>
            <a:r>
              <a:t>- NIST AI Risk Management Framework: https://www.nist.gov/itl/ai-risk-management-framework</a:t>
            </a:r>
          </a:p>
          <a:p>
            <a:r>
              <a:t>- McKinsey State of AI: https://www.mckinsey.com/capabilities/quantumblack/our-insights/the-state-of-ai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Stanford AI Index: https://aiindex.stanford.edu/report/</a:t>
            </a:r>
          </a:p>
          <a:p>
            <a:r>
              <a:t>- NIST AI Risk Management Framework: https://www.nist.gov/itl/ai-risk-management-framework</a:t>
            </a:r>
          </a:p>
          <a:p>
            <a:r>
              <a:t>- McKinsey State of AI: https://www.mckinsey.com/capabilities/quantumblack/our-insights/the-state-of-ai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Stanford AI Index: https://aiindex.stanford.edu/report/</a:t>
            </a:r>
          </a:p>
          <a:p>
            <a:r>
              <a:t>- NIST AI Risk Management Framework: https://www.nist.gov/itl/ai-risk-management-framework</a:t>
            </a:r>
          </a:p>
          <a:p>
            <a:r>
              <a:t>- McKinsey State of AI: https://www.mckinsey.com/capabilities/quantumblack/our-insights/the-state-of-ai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Stanford AI Index: https://aiindex.stanford.edu/report/</a:t>
            </a:r>
          </a:p>
          <a:p>
            <a:r>
              <a:t>- NIST AI Risk Management Framework: https://www.nist.gov/itl/ai-risk-management-framework</a:t>
            </a:r>
          </a:p>
          <a:p>
            <a:r>
              <a:t>- McKinsey State of AI: https://www.mckinsey.com/capabilities/quantumblack/our-insights/the-state-of-ai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Stanford AI Index: https://aiindex.stanford.edu/report/</a:t>
            </a:r>
          </a:p>
          <a:p>
            <a:r>
              <a:t>- NIST AI Risk Management Framework: https://www.nist.gov/itl/ai-risk-management-framework</a:t>
            </a:r>
          </a:p>
          <a:p>
            <a:r>
              <a:t>- McKinsey State of AI: https://www.mckinsey.com/capabilities/quantumblack/our-insights/the-state-of-ai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600">
                <a:solidFill>
                  <a:srgbClr val="1F4E79"/>
                </a:solidFill>
              </a:defRPr>
            </a:pPr>
            <a:r>
              <a:t>Market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900"/>
            </a:pPr>
            <a:r>
              <a:t>Model capability and adoption continue to expand</a:t>
            </a:r>
          </a:p>
          <a:p>
            <a:pPr>
              <a:defRPr sz="1900"/>
            </a:pPr>
            <a:r>
              <a:t>Enterprise value shifts from demos to repeatable workflows</a:t>
            </a:r>
          </a:p>
          <a:p>
            <a:pPr>
              <a:defRPr sz="1900"/>
            </a:pPr>
            <a:r>
              <a:t>Evaluation, security, and provenance are becoming operating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92240"/>
            <a:ext cx="795527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/>
            </a:pPr>
            <a:r>
              <a:t>Multi-Agent Document &amp; PPT POC  |  Editable native slide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600">
                <a:solidFill>
                  <a:srgbClr val="1F4E79"/>
                </a:solidFill>
              </a:defRPr>
            </a:pPr>
            <a:r>
              <a:t>Enterprise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900"/>
            </a:pPr>
            <a:r>
              <a:t>Automate high-friction knowledge work</a:t>
            </a:r>
          </a:p>
          <a:p>
            <a:pPr>
              <a:defRPr sz="1900"/>
            </a:pPr>
            <a:r>
              <a:t>Use retrieval to ground domain-specific decisions</a:t>
            </a:r>
          </a:p>
          <a:p>
            <a:pPr>
              <a:defRPr sz="1900"/>
            </a:pPr>
            <a:r>
              <a:t>Measure time saved, quality, adoption, and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92240"/>
            <a:ext cx="795527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/>
            </a:pPr>
            <a:r>
              <a:t>Multi-Agent Document &amp; PPT POC  |  Editable native slide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600">
                <a:solidFill>
                  <a:srgbClr val="1F4E79"/>
                </a:solidFill>
              </a:defRPr>
            </a:pPr>
            <a:r>
              <a:t>Research-Led Operating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900"/>
            </a:pPr>
            <a:r>
              <a:t>Research Agent brings in current external signals</a:t>
            </a:r>
          </a:p>
          <a:p>
            <a:pPr>
              <a:defRPr sz="1900"/>
            </a:pPr>
            <a:r>
              <a:t>Retrieval Agent adds company context</a:t>
            </a:r>
          </a:p>
          <a:p>
            <a:pPr>
              <a:defRPr sz="1900"/>
            </a:pPr>
            <a:r>
              <a:t>Validation Agent checks content and artifact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92240"/>
            <a:ext cx="795527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/>
            </a:pPr>
            <a:r>
              <a:t>Multi-Agent Document &amp; PPT POC  |  Editable native slide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600">
                <a:solidFill>
                  <a:srgbClr val="1F4E79"/>
                </a:solidFill>
              </a:defRPr>
            </a:pPr>
            <a:r>
              <a:t>Priority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900"/>
            </a:pPr>
            <a:r>
              <a:t>Proposal and report generation</a:t>
            </a:r>
          </a:p>
          <a:p>
            <a:pPr>
              <a:defRPr sz="1900"/>
            </a:pPr>
            <a:r>
              <a:t>Executive briefings and presentation conversion</a:t>
            </a:r>
          </a:p>
          <a:p>
            <a:pPr>
              <a:defRPr sz="1900"/>
            </a:pPr>
            <a:r>
              <a:t>Knowledge-assisted analysis and refreshes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92240"/>
            <a:ext cx="795527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/>
            </a:pPr>
            <a:r>
              <a:t>Multi-Agent Document &amp; PPT POC  |  Editable native slide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600">
                <a:solidFill>
                  <a:srgbClr val="1F4E79"/>
                </a:solidFill>
              </a:defRPr>
            </a:pPr>
            <a:r>
              <a:t>Responsible AI and Governance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900"/>
            </a:pPr>
            <a:r>
              <a:t>Cite external and internal evidence</a:t>
            </a:r>
          </a:p>
          <a:p>
            <a:pPr>
              <a:defRPr sz="1900"/>
            </a:pPr>
            <a:r>
              <a:t>Keep a run manifest for every artifact</a:t>
            </a:r>
          </a:p>
          <a:p>
            <a:pPr>
              <a:defRPr sz="1900"/>
            </a:pPr>
            <a:r>
              <a:t>Retain prior versions for review and recovery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92240"/>
            <a:ext cx="795527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/>
            </a:pPr>
            <a:r>
              <a:t>Multi-Agent Document &amp; PPT POC  |  Editable native slide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600">
                <a:solidFill>
                  <a:srgbClr val="1F4E79"/>
                </a:solidFill>
              </a:defRPr>
            </a:pPr>
            <a:r>
              <a:t>Knowledge Retrieval Foundation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900"/>
            </a:pPr>
            <a:r>
              <a:t>Normalize uploaded content into searchable profiles</a:t>
            </a:r>
          </a:p>
          <a:p>
            <a:pPr>
              <a:defRPr sz="1900"/>
            </a:pPr>
            <a:r>
              <a:t>Retrieve relevant enterprise context per request</a:t>
            </a:r>
          </a:p>
          <a:p>
            <a:pPr>
              <a:defRPr sz="1900"/>
            </a:pPr>
            <a:r>
              <a:t>Keep the retrieval provider behind one interface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92240"/>
            <a:ext cx="795527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/>
            </a:pPr>
            <a:r>
              <a:t>Multi-Agent Document &amp; PPT POC  |  Editable native slide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600">
                <a:solidFill>
                  <a:srgbClr val="1F4E79"/>
                </a:solidFill>
              </a:defRPr>
            </a:pPr>
            <a:r>
              <a:t>Template Fidelity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900"/>
            </a:pPr>
            <a:r>
              <a:t>Preserve document margins, fonts, sizes, and heading hierarchy</a:t>
            </a:r>
          </a:p>
          <a:p>
            <a:pPr>
              <a:defRPr sz="1900"/>
            </a:pPr>
            <a:r>
              <a:t>Preserve PPTX slide size and theme when supplied</a:t>
            </a:r>
          </a:p>
          <a:p>
            <a:pPr>
              <a:defRPr sz="1900"/>
            </a:pPr>
            <a:r>
              <a:t>Validate that generated text remains editable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92240"/>
            <a:ext cx="795527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/>
            </a:pPr>
            <a:r>
              <a:t>Multi-Agent Document &amp; PPT POC  |  Editable native slide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600">
                <a:solidFill>
                  <a:srgbClr val="1F4E79"/>
                </a:solidFill>
              </a:defRPr>
            </a:pPr>
            <a:r>
              <a:t>Competitive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900"/>
            </a:pPr>
            <a:r>
              <a:t>Generic assistants: broad capability, limited artifact fidelity</a:t>
            </a:r>
          </a:p>
          <a:p>
            <a:pPr>
              <a:defRPr sz="1900"/>
            </a:pPr>
            <a:r>
              <a:t>Point tools: strong output, limited research/RAG orchestration</a:t>
            </a:r>
          </a:p>
          <a:p>
            <a:pPr>
              <a:defRPr sz="1900"/>
            </a:pPr>
            <a:r>
              <a:t>This POC: modular agents with traceable artifact workflows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92240"/>
            <a:ext cx="795527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/>
            </a:pPr>
            <a:r>
              <a:t>Multi-Agent Document &amp; PPT POC  |  Editable native slide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600">
                <a:solidFill>
                  <a:srgbClr val="1F4E79"/>
                </a:solidFill>
              </a:defRPr>
            </a:pPr>
            <a:r>
              <a:t>Delivery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900"/>
            </a:pPr>
            <a:r>
              <a:t>Demonstrate the end-to-end sample flow</a:t>
            </a:r>
          </a:p>
          <a:p>
            <a:pPr>
              <a:defRPr sz="1900"/>
            </a:pPr>
            <a:r>
              <a:t>Add provider-backed retrieval and model calls</a:t>
            </a:r>
          </a:p>
          <a:p>
            <a:pPr>
              <a:defRPr sz="1900"/>
            </a:pPr>
            <a:r>
              <a:t>Harden security, tenancy, observability, and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92240"/>
            <a:ext cx="795527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/>
            </a:pPr>
            <a:r>
              <a:t>Multi-Agent Document &amp; PPT POC  |  Editable native slide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600">
                <a:solidFill>
                  <a:srgbClr val="1F4E79"/>
                </a:solidFill>
              </a:defRPr>
            </a:pPr>
            <a:r>
              <a:t>Success Measures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900"/>
            </a:pPr>
            <a:r>
              <a:t>Time from upload to first artifact</a:t>
            </a:r>
          </a:p>
          <a:p>
            <a:pPr>
              <a:defRPr sz="1900"/>
            </a:pPr>
            <a:r>
              <a:t>Percentage of cited claims and validated files</a:t>
            </a:r>
          </a:p>
          <a:p>
            <a:pPr>
              <a:defRPr sz="1900"/>
            </a:pPr>
            <a:r>
              <a:t>Edit turnaround and version recovery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92240"/>
            <a:ext cx="795527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/>
            </a:pPr>
            <a:r>
              <a:t>Multi-Agent Document &amp; PPT POC  |  Editable native slide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600">
                <a:solidFill>
                  <a:srgbClr val="1F4E79"/>
                </a:solidFill>
              </a:defRPr>
            </a:pPr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900"/>
            </a:pPr>
            <a:r>
              <a:t>Upload the proposal and presentation templates</a:t>
            </a:r>
          </a:p>
          <a:p>
            <a:pPr>
              <a:defRPr sz="1900"/>
            </a:pPr>
            <a:r>
              <a:t>Request a 12-slide research-backed output</a:t>
            </a:r>
          </a:p>
          <a:p>
            <a:pPr>
              <a:defRPr sz="1900"/>
            </a:pPr>
            <a:r>
              <a:t>Use chat to add, condense, compare, and refresh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92240"/>
            <a:ext cx="795527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/>
            </a:pPr>
            <a:r>
              <a:t>Multi-Agent Document &amp; PPT POC  |  Editable native slide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600">
                <a:solidFill>
                  <a:srgbClr val="1F4E79"/>
                </a:solidFill>
              </a:defRPr>
            </a:pPr>
            <a:r>
              <a:t>Sources &amp; Traceability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900"/>
            </a:pPr>
            <a:r>
              <a:t>Stanford AI Index: https://aiindex.stanford.edu/report/</a:t>
            </a:r>
          </a:p>
          <a:p>
            <a:pPr>
              <a:defRPr sz="1900"/>
            </a:pPr>
            <a:r>
              <a:t>NIST AI Risk Management Framework: https://www.nist.gov/itl/ai-risk-management-framework</a:t>
            </a:r>
          </a:p>
          <a:p>
            <a:pPr>
              <a:defRPr sz="1500"/>
            </a:pPr>
            <a:r>
              <a:t>McKinsey State of AI: https://www.mckinsey.com/capabilities/quantumblack/our-insights/the-state-of-ai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92240"/>
            <a:ext cx="795527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/>
            </a:pPr>
            <a:r>
              <a:t>Multi-Agent Document &amp; PPT POC  |  Editable native slide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Generative AI Trends Proposal</dc:title>
  <dc:subject>Generated by the Multi-Agent Document and PPT POC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