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4E79"/>
                </a:solidFill>
              </a:defRPr>
            </a:pPr>
            <a:r>
              <a:t>Company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Executive narrative and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4E79"/>
                </a:solidFill>
              </a:defRPr>
            </a:pPr>
            <a:r>
              <a:t>A practical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Evidence-led</a:t>
            </a:r>
          </a:p>
          <a:p>
            <a:pPr>
              <a:defRPr sz="2000"/>
            </a:pPr>
            <a:r>
              <a:t>Governed</a:t>
            </a:r>
          </a:p>
          <a:p>
            <a:pPr>
              <a:defRPr sz="2000"/>
            </a:pPr>
            <a:r>
              <a:t>Measurable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4E79"/>
                </a:solidFill>
              </a:defRPr>
            </a:pPr>
            <a:r>
              <a:t>The next 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Start with one priority workflow and scale what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Presentation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